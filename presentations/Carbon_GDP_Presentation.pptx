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</p:sldIdLst>
  <p:sldSz cx="12192000" cy="6858000"/>
  <p:notesSz cx="6858000" cy="9144000"/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011" autoAdjust="0"/>
    <p:restoredTop sz="94660"/>
  </p:normalViewPr>
  <p:slideViewPr>
    <p:cSldViewPr snapToGrid="0">
      <p:cViewPr varScale="1">
        <p:scale>
          <a:sx n="72" d="100"/>
          <a:sy n="72" d="100"/>
        </p:scale>
        <p:origin x="420" y="4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648D0071-2288-6CD8-6305-14034B9C66D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副标题 2">
            <a:extLst>
              <a:ext uri="{FF2B5EF4-FFF2-40B4-BE49-F238E27FC236}">
                <a16:creationId xmlns:a16="http://schemas.microsoft.com/office/drawing/2014/main" id="{AF17FCCC-1B47-F03E-4FC2-D0E2DEB1C21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CN" altLang="en-US"/>
              <a:t>单击此处编辑母版副标题样式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633BFB0F-1E8F-1207-F073-694E25CD50F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E293D65-FBE9-472D-854F-022C69826331}" type="datetimeFigureOut">
              <a:rPr lang="zh-CN" altLang="en-US" smtClean="0"/>
              <a:t>2025/11/30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E71FEB23-B557-07E6-965D-331526A7111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DC38BDF2-C786-23B0-55E2-A33FD5553AD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9A64A49-2DD5-4A4E-BA1B-E67A0712E938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84412805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011A1B4D-4D22-4D4B-A346-478AF2F77ED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FFC1F495-65DD-5107-B619-9CCAAA58757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89460A04-FA45-DFD1-1E12-419FABF3568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E293D65-FBE9-472D-854F-022C69826331}" type="datetimeFigureOut">
              <a:rPr lang="zh-CN" altLang="en-US" smtClean="0"/>
              <a:t>2025/11/30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144CE0FF-08B7-5BAC-A26F-C361485C8B5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78B3D71D-21B9-0DEA-EDEC-AC3CBC0DBE9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9A64A49-2DD5-4A4E-BA1B-E67A0712E938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6599374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0FBC5DE7-BE7D-0C35-33DF-CD85FB616A1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74786239-A656-8E7D-64FB-96FEFC1277C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34D9B1E7-3837-9113-9280-88FC62615F2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E293D65-FBE9-472D-854F-022C69826331}" type="datetimeFigureOut">
              <a:rPr lang="zh-CN" altLang="en-US" smtClean="0"/>
              <a:t>2025/11/30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D07191E5-B903-B0FE-0BD1-57114C90339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7D7978BA-9C8A-04D1-939D-4E22FB0D1CD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9A64A49-2DD5-4A4E-BA1B-E67A0712E938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54758489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F0AD370B-7316-C9AA-2A30-76D89094F08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D46C9869-4E73-1B8D-5330-343954E7CAC9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内容占位符 3">
            <a:extLst>
              <a:ext uri="{FF2B5EF4-FFF2-40B4-BE49-F238E27FC236}">
                <a16:creationId xmlns:a16="http://schemas.microsoft.com/office/drawing/2014/main" id="{79FC1313-C215-E85F-78CF-E1C14CA8A3B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0D63D706-13E3-F256-33DC-CEC8A7E8FCA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E293D65-FBE9-472D-854F-022C69826331}" type="datetimeFigureOut">
              <a:rPr lang="zh-CN" altLang="en-US" smtClean="0"/>
              <a:t>2025/11/30</a:t>
            </a:fld>
            <a:endParaRPr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C898BE19-590E-7560-C772-2453BDD2DCB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499E75B8-531D-5E34-F939-C71E5F109C3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9A64A49-2DD5-4A4E-BA1B-E67A0712E938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81469977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85661C40-2B59-E6FA-672E-00030D0B99D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A47A8AB6-38E9-5580-BCED-9E55A77CCC3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内容占位符 3">
            <a:extLst>
              <a:ext uri="{FF2B5EF4-FFF2-40B4-BE49-F238E27FC236}">
                <a16:creationId xmlns:a16="http://schemas.microsoft.com/office/drawing/2014/main" id="{D04BB4F2-8E69-D30F-8437-E150CEBB5DD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5" name="文本占位符 4">
            <a:extLst>
              <a:ext uri="{FF2B5EF4-FFF2-40B4-BE49-F238E27FC236}">
                <a16:creationId xmlns:a16="http://schemas.microsoft.com/office/drawing/2014/main" id="{089F83F4-874A-6765-C0C8-DE0A6618037E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6" name="内容占位符 5">
            <a:extLst>
              <a:ext uri="{FF2B5EF4-FFF2-40B4-BE49-F238E27FC236}">
                <a16:creationId xmlns:a16="http://schemas.microsoft.com/office/drawing/2014/main" id="{9BF29904-5E96-BACC-0E25-34B772E5A1BF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7" name="日期占位符 6">
            <a:extLst>
              <a:ext uri="{FF2B5EF4-FFF2-40B4-BE49-F238E27FC236}">
                <a16:creationId xmlns:a16="http://schemas.microsoft.com/office/drawing/2014/main" id="{72288DE7-C9A9-40FC-6E7E-C46A5DD3614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E293D65-FBE9-472D-854F-022C69826331}" type="datetimeFigureOut">
              <a:rPr lang="zh-CN" altLang="en-US" smtClean="0"/>
              <a:t>2025/11/30</a:t>
            </a:fld>
            <a:endParaRPr lang="zh-CN" altLang="en-US"/>
          </a:p>
        </p:txBody>
      </p:sp>
      <p:sp>
        <p:nvSpPr>
          <p:cNvPr id="8" name="页脚占位符 7">
            <a:extLst>
              <a:ext uri="{FF2B5EF4-FFF2-40B4-BE49-F238E27FC236}">
                <a16:creationId xmlns:a16="http://schemas.microsoft.com/office/drawing/2014/main" id="{C771CBC0-E10B-C68D-F75A-C240007D6CC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9" name="灯片编号占位符 8">
            <a:extLst>
              <a:ext uri="{FF2B5EF4-FFF2-40B4-BE49-F238E27FC236}">
                <a16:creationId xmlns:a16="http://schemas.microsoft.com/office/drawing/2014/main" id="{0DEA8E97-1EB7-01B5-97E5-56E893FB036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9A64A49-2DD5-4A4E-BA1B-E67A0712E938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26563223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EB691871-ECDE-D6F7-0803-A6408F43240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日期占位符 2">
            <a:extLst>
              <a:ext uri="{FF2B5EF4-FFF2-40B4-BE49-F238E27FC236}">
                <a16:creationId xmlns:a16="http://schemas.microsoft.com/office/drawing/2014/main" id="{DA4E26EA-950A-3A19-69F1-482C6874B4F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E293D65-FBE9-472D-854F-022C69826331}" type="datetimeFigureOut">
              <a:rPr lang="zh-CN" altLang="en-US" smtClean="0"/>
              <a:t>2025/11/30</a:t>
            </a:fld>
            <a:endParaRPr lang="zh-CN" altLang="en-US"/>
          </a:p>
        </p:txBody>
      </p:sp>
      <p:sp>
        <p:nvSpPr>
          <p:cNvPr id="4" name="页脚占位符 3">
            <a:extLst>
              <a:ext uri="{FF2B5EF4-FFF2-40B4-BE49-F238E27FC236}">
                <a16:creationId xmlns:a16="http://schemas.microsoft.com/office/drawing/2014/main" id="{53875420-78CD-5770-AF52-7E2B462C0C3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>
            <a:extLst>
              <a:ext uri="{FF2B5EF4-FFF2-40B4-BE49-F238E27FC236}">
                <a16:creationId xmlns:a16="http://schemas.microsoft.com/office/drawing/2014/main" id="{F9AE58F4-299D-FF03-C0CA-215AA3C5170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9A64A49-2DD5-4A4E-BA1B-E67A0712E938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72565840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>
            <a:extLst>
              <a:ext uri="{FF2B5EF4-FFF2-40B4-BE49-F238E27FC236}">
                <a16:creationId xmlns:a16="http://schemas.microsoft.com/office/drawing/2014/main" id="{FAA28BFD-25C7-C9C9-5817-953CF3F68D7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E293D65-FBE9-472D-854F-022C69826331}" type="datetimeFigureOut">
              <a:rPr lang="zh-CN" altLang="en-US" smtClean="0"/>
              <a:t>2025/11/30</a:t>
            </a:fld>
            <a:endParaRPr lang="zh-CN" altLang="en-US"/>
          </a:p>
        </p:txBody>
      </p:sp>
      <p:sp>
        <p:nvSpPr>
          <p:cNvPr id="3" name="页脚占位符 2">
            <a:extLst>
              <a:ext uri="{FF2B5EF4-FFF2-40B4-BE49-F238E27FC236}">
                <a16:creationId xmlns:a16="http://schemas.microsoft.com/office/drawing/2014/main" id="{6F8766B9-0B80-3A22-E98B-07C177E468A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86E14248-1788-9BB1-C91E-C9C73D0555C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9A64A49-2DD5-4A4E-BA1B-E67A0712E938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85748179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0807F682-C6AD-62F6-0F4D-907584819EE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2F77EB99-7636-43AA-3158-C45E0938C83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文本占位符 3">
            <a:extLst>
              <a:ext uri="{FF2B5EF4-FFF2-40B4-BE49-F238E27FC236}">
                <a16:creationId xmlns:a16="http://schemas.microsoft.com/office/drawing/2014/main" id="{97878D54-3D28-8016-1EE8-BB52559F57F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CD56A9FB-BC35-C474-1A46-C349E445A19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E293D65-FBE9-472D-854F-022C69826331}" type="datetimeFigureOut">
              <a:rPr lang="zh-CN" altLang="en-US" smtClean="0"/>
              <a:t>2025/11/30</a:t>
            </a:fld>
            <a:endParaRPr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833CF9E3-65E3-C27A-21D8-1C265765D97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92786B9C-71EC-2365-9EB8-EC61CE9158C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9A64A49-2DD5-4A4E-BA1B-E67A0712E938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411787445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83FB573D-32E7-C0DC-4E27-1374E6688B2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图片占位符 2">
            <a:extLst>
              <a:ext uri="{FF2B5EF4-FFF2-40B4-BE49-F238E27FC236}">
                <a16:creationId xmlns:a16="http://schemas.microsoft.com/office/drawing/2014/main" id="{66360293-7519-9433-23AB-9258753673F2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zh-CN" altLang="en-US"/>
          </a:p>
        </p:txBody>
      </p:sp>
      <p:sp>
        <p:nvSpPr>
          <p:cNvPr id="4" name="文本占位符 3">
            <a:extLst>
              <a:ext uri="{FF2B5EF4-FFF2-40B4-BE49-F238E27FC236}">
                <a16:creationId xmlns:a16="http://schemas.microsoft.com/office/drawing/2014/main" id="{01E4113C-88C8-CBDE-49BF-AE990C119B7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3F07BA68-70D6-C6A7-FBB2-D3356FB83FB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E293D65-FBE9-472D-854F-022C69826331}" type="datetimeFigureOut">
              <a:rPr lang="zh-CN" altLang="en-US" smtClean="0"/>
              <a:t>2025/11/30</a:t>
            </a:fld>
            <a:endParaRPr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58449ED6-32CB-4BD9-9B1A-A3374F6EECC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AE6C796A-A08D-F6DD-511A-87D1C12A34C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9A64A49-2DD5-4A4E-BA1B-E67A0712E938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17108950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标题和竖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0B982124-F20A-CEFC-1690-C5D00186887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竖排文字占位符 2">
            <a:extLst>
              <a:ext uri="{FF2B5EF4-FFF2-40B4-BE49-F238E27FC236}">
                <a16:creationId xmlns:a16="http://schemas.microsoft.com/office/drawing/2014/main" id="{D85D3A70-4F02-0E2E-A6C5-47983DC531E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8EAAF33F-DB02-50E1-446C-E67DE9D3B2B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E293D65-FBE9-472D-854F-022C69826331}" type="datetimeFigureOut">
              <a:rPr lang="zh-CN" altLang="en-US" smtClean="0"/>
              <a:t>2025/11/30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A2BE5154-C098-7C11-FA11-0A41AD00322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BAFCB2E4-E3EE-C206-CB21-34C43E07049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9A64A49-2DD5-4A4E-BA1B-E67A0712E938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04570867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竖排标题与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>
            <a:extLst>
              <a:ext uri="{FF2B5EF4-FFF2-40B4-BE49-F238E27FC236}">
                <a16:creationId xmlns:a16="http://schemas.microsoft.com/office/drawing/2014/main" id="{53349B75-B705-2E7E-18F5-C02B7C7EBBB6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竖排文字占位符 2">
            <a:extLst>
              <a:ext uri="{FF2B5EF4-FFF2-40B4-BE49-F238E27FC236}">
                <a16:creationId xmlns:a16="http://schemas.microsoft.com/office/drawing/2014/main" id="{5F5529CF-BA69-5BA0-C2EE-539E519CF95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28CC5C6D-4914-9FCB-87D2-301C43ED42C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E293D65-FBE9-472D-854F-022C69826331}" type="datetimeFigureOut">
              <a:rPr lang="zh-CN" altLang="en-US" smtClean="0"/>
              <a:t>2025/11/30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86D91E6A-B663-F256-EA66-8F1B9279650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F8616541-ACFF-8425-D626-03C0AED6BA7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9A64A49-2DD5-4A4E-BA1B-E67A0712E938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08607872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占位符 1">
            <a:extLst>
              <a:ext uri="{FF2B5EF4-FFF2-40B4-BE49-F238E27FC236}">
                <a16:creationId xmlns:a16="http://schemas.microsoft.com/office/drawing/2014/main" id="{9189902A-6918-CC95-C078-7CEDC72AF14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8C1135D9-5681-FA0E-0F76-416664E112B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AFA8D0B2-2280-F72D-B754-4B3666AC96E1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FE293D65-FBE9-472D-854F-022C69826331}" type="datetimeFigureOut">
              <a:rPr lang="zh-CN" altLang="en-US" smtClean="0"/>
              <a:t>2025/11/30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02173695-148E-3458-320D-6EAC101B4EC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A9040F8D-8B63-E141-F121-B6A942DFCE5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29A64A49-2DD5-4A4E-BA1B-E67A0712E938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90359717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545CE038-27F3-F2A3-7430-A36D27E8EF2C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altLang="zh-CN" b="0" i="0">
                <a:solidFill>
                  <a:srgbClr val="1F2328"/>
                </a:solidFill>
                <a:effectLst/>
                <a:latin typeface="-apple-system"/>
              </a:rPr>
              <a:t>Carbon_GDP_Presentation</a:t>
            </a:r>
            <a:endParaRPr lang="zh-CN" altLang="en-US"/>
          </a:p>
        </p:txBody>
      </p:sp>
      <p:sp>
        <p:nvSpPr>
          <p:cNvPr id="3" name="副标题 2">
            <a:extLst>
              <a:ext uri="{FF2B5EF4-FFF2-40B4-BE49-F238E27FC236}">
                <a16:creationId xmlns:a16="http://schemas.microsoft.com/office/drawing/2014/main" id="{37C0E9AF-D872-5330-0E6B-E2FD381377A8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645425622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等线 Light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等线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5</Words>
  <Application>Microsoft Office PowerPoint</Application>
  <PresentationFormat>宽屏</PresentationFormat>
  <Paragraphs>1</Paragraphs>
  <Slides>1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4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1</vt:i4>
      </vt:variant>
    </vt:vector>
  </HeadingPairs>
  <TitlesOfParts>
    <vt:vector size="6" baseType="lpstr">
      <vt:lpstr>-apple-system</vt:lpstr>
      <vt:lpstr>等线</vt:lpstr>
      <vt:lpstr>等线 Light</vt:lpstr>
      <vt:lpstr>Arial</vt:lpstr>
      <vt:lpstr>Office 主题​​</vt:lpstr>
      <vt:lpstr>Carbon_GDP_Presentation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saviorSherlock@outlook.com</dc:creator>
  <cp:lastModifiedBy>saviorSherlock@outlook.com</cp:lastModifiedBy>
  <cp:revision>1</cp:revision>
  <dcterms:created xsi:type="dcterms:W3CDTF">2025-11-29T17:59:31Z</dcterms:created>
  <dcterms:modified xsi:type="dcterms:W3CDTF">2025-11-29T18:00:14Z</dcterms:modified>
</cp:coreProperties>
</file>